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Average"/>
      <p:regular r:id="rId20"/>
    </p:embeddedFont>
    <p:embeddedFont>
      <p:font typeface="Oswald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verage-regular.fntdata"/><Relationship Id="rId11" Type="http://schemas.openxmlformats.org/officeDocument/2006/relationships/slide" Target="slides/slide6.xml"/><Relationship Id="rId22" Type="http://schemas.openxmlformats.org/officeDocument/2006/relationships/font" Target="fonts/Oswald-bold.fntdata"/><Relationship Id="rId10" Type="http://schemas.openxmlformats.org/officeDocument/2006/relationships/slide" Target="slides/slide5.xml"/><Relationship Id="rId21" Type="http://schemas.openxmlformats.org/officeDocument/2006/relationships/font" Target="fonts/Oswald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03762a60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03762a60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03762a609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03762a609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0394ae8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0394ae8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0394ae82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0394ae82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0394ae82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0394ae82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0394ae82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0394ae82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0394ae82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0394ae82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0394ae82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0394ae82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0394ae82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0394ae82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0394ae821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0394ae82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0394ae82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0394ae82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0394ae82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0394ae82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0394ae821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0394ae82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Code Authorship Attribution and Verification under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Adversarial Conditions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16: Elang Sisson and Andrew Varkey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Introduction: The purpose of the project is to investigate the robustness of source code authorship attribution systems against adversarial attacks through misattribution and evasion techniques.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Team Roles: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Prompt generation and data collection: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Elang Sisson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Andrew Varkey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Sprint 5 Goals: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Produce more results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Analyze and share results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Document findings and record procedure presentability and </a:t>
            </a:r>
            <a:r>
              <a:rPr lang="en"/>
              <a:t>reproducibility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5 Objectives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Evolutionary Prompt Framework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Build an iterative system that tracks positive and negative results, builds on successful transformations, and prunes ineffective directions to converge on optimal evasion strategies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Expanded Test Dataset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Scale adversarial experiments with broader coverage of transformation categories and authors, leveraging the batch automation infrastructure built last sprint.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Documentation and </a:t>
            </a:r>
            <a:r>
              <a:rPr lang="en"/>
              <a:t>Reproducibility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Begin planning the documentation of experimental methodology and key findings so the research is understandable and replicable by future teams working on the project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Cross Model &amp; Feature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Compare which stylometric features are most effective for evasion and identify which classifiers are the most vulnerable to specific transformation categories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Implementation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Evolutionary Prompt Refinement Framework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Before: Testing prompts in isolation with no feedback loop between results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After: Iterative framework that builds on successful transformations while pruning failures, </a:t>
            </a:r>
            <a:r>
              <a:rPr lang="en"/>
              <a:t>converging</a:t>
            </a:r>
            <a:r>
              <a:rPr lang="en"/>
              <a:t> on optimal evasion strategies.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 Model Vulnerability </a:t>
            </a:r>
            <a:r>
              <a:rPr lang="en"/>
              <a:t>Profiling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Before: Aggregate evasion rates without model specific or feature level breakdown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After: Comparative analysis that identifies which classifiers are most/least robust and which stylometric features drive evasion success.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Expanded Adversarial Test Dataset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Before: Limited set of adversarial test cases focused on proving automation worked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After: Broader coverage across transformation categories (restructuring, renaming, etc.) and multiple authors for more robust results.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Demo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 and Testing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</a:t>
            </a:r>
            <a:r>
              <a:rPr lang="en"/>
              <a:t>Project</a:t>
            </a:r>
            <a:r>
              <a:rPr lang="en"/>
              <a:t> Context: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 a research project, deployment means running our adversarial framework </a:t>
            </a:r>
            <a:r>
              <a:rPr lang="en"/>
              <a:t>against</a:t>
            </a:r>
            <a:r>
              <a:rPr lang="en"/>
              <a:t> the client provided attribution models and producing structured, reproducible results. There is no traditional deployment since our project is a python based experimental </a:t>
            </a:r>
            <a:r>
              <a:rPr lang="en"/>
              <a:t>pipeline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Testing Methodology:</a:t>
            </a:r>
            <a:endParaRPr/>
          </a:p>
          <a:p>
            <a:pPr indent="-30003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Batch runs across 4 classifiers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Multiple AI providers tested such as Claude, Gemini and ChatGPT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Evolutionary iteration with tracked metrics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Results validated via CSV/JSON export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Client Feedback: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Wants documentation easily understandable for anyone not involved in the project and for future students working on project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KanBan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700" y="1181486"/>
            <a:ext cx="7960602" cy="3358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Contributions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Completed</a:t>
            </a:r>
            <a:endParaRPr/>
          </a:p>
          <a:p>
            <a:pPr indent="-31083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Expanded Adversarial Test Dataset</a:t>
            </a:r>
            <a:endParaRPr/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Evolutionary Prompt Refinement Framework</a:t>
            </a:r>
            <a:endParaRPr/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Cross Model and Feature Comparative Analysis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Progress</a:t>
            </a:r>
            <a:endParaRPr/>
          </a:p>
          <a:p>
            <a:pPr indent="-31083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Cross Model Trend Analysis</a:t>
            </a:r>
            <a:endParaRPr/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Centralized Results Sync</a:t>
            </a:r>
            <a:endParaRPr/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Defense Against Misattribution</a:t>
            </a:r>
            <a:endParaRPr/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Framework </a:t>
            </a:r>
            <a:r>
              <a:rPr lang="en"/>
              <a:t>Documentation</a:t>
            </a:r>
            <a:r>
              <a:rPr lang="en"/>
              <a:t> and Replication Guide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Individual Contributions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Elang sisson and Andrew Varkey: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Evolutionary prompt framework design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Cross model analysis and result comparison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Expanded test dataset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Feature level Evasion Analysis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Meetings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Meeting 7: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Agenda: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Review produced results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Discuss testing framework and methodology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Discuss on creating a document for understandability and future replication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Decisions Made: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 new document that discusses our methods and decisions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Documentation of Report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5 Report Updates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Added evolutionary prompt </a:t>
            </a:r>
            <a:r>
              <a:rPr lang="en"/>
              <a:t>refinement</a:t>
            </a:r>
            <a:r>
              <a:rPr lang="en"/>
              <a:t> framework to What’s New section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Updated Work Summary reflecting shift from infrastructure to analytical depth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Document </a:t>
            </a:r>
            <a:r>
              <a:rPr lang="en"/>
              <a:t>incomplete</a:t>
            </a:r>
            <a:r>
              <a:rPr lang="en"/>
              <a:t> issues with explanations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Further details on sprint 5 report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Use of AI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to generate adversarial code transformation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Summarize unfamiliar concepts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Organizing documentation and repository structure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Suggestions for transformation ideas by category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 outputs are verified for </a:t>
            </a:r>
            <a:r>
              <a:rPr lang="en"/>
              <a:t>accuracy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 used as a tool since it’s the core of the project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</a:t>
            </a:r>
            <a:r>
              <a:rPr lang="en"/>
              <a:t>Achievements</a:t>
            </a:r>
            <a:r>
              <a:rPr lang="en"/>
              <a:t> and Challenges</a:t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Achievements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Evolutionary framework systematically discovers effective </a:t>
            </a:r>
            <a:r>
              <a:rPr lang="en"/>
              <a:t>transformations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Expanded datasets provides more robust and generalizable results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Clear patterns identified in classifier vulnerabilities</a:t>
            </a:r>
            <a:endParaRPr/>
          </a:p>
        </p:txBody>
      </p:sp>
      <p:sp>
        <p:nvSpPr>
          <p:cNvPr id="129" name="Google Shape;129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and Solutions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Defining reproducible methodology for the evolutionary </a:t>
            </a:r>
            <a:r>
              <a:rPr lang="en"/>
              <a:t>framework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Balancing depth of analysis vs breadth of attack types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CSV tracking continues and looking into a database to sync data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 and Retrospective</a:t>
            </a:r>
            <a:endParaRPr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6 Planned Tasks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Adversarial Framework Documentation and Replication Guide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Build visualizations of evasion trends and feature importance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Implement</a:t>
            </a:r>
            <a:r>
              <a:rPr lang="en"/>
              <a:t> database backed persistence for result storage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Cross model trend analysis and statistical visualization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Retrospective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What went well: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Evolutionary framework, cross model insights, expanded dataset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To improve: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Dedicate time for documentation, implement persistent storage soon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5 Accomplishments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Designed evolutionary prompt refinement framework for systematic discovery of optimal adversarial transformations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Expanded adversarial dataset for broader, more robust results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Identified clear patterns in classifier vulnerabilities to specific attack types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